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9122-E4D3-686F-B3FD-3A418673A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5659D-3C68-BA1B-77B0-D138348E2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BA259-10C8-7AFD-A75D-C67B43B2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2B7D9-2E8F-F1AB-C714-71A8578E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5A0C3-62CC-3984-A5F4-62438E65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023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1658-17C1-A412-EE60-231C32A9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79E58-B48F-3DF6-7A72-F707BAE30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7728C-E7E5-7B7D-79A0-7336ECAE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54937-919F-21FD-C9A3-1F470584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6CA93-D189-DC23-B6D0-88118957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715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A2B9-1890-D59A-C8E1-01181F06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5FB66-E1E8-BF50-4C56-2D16A9F7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EDF8E-99F8-644D-2EB7-D8B38A94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1656F-9BF7-0973-03EC-3CBE084CA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536F-EE4E-66A5-5D28-150AC550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570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F796-28A8-C401-FE28-0BDAA6FB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F653-76FB-66D0-60BA-E3F51EAE1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8F298-CC30-7E44-3A7F-B2A8C8D8D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F9B6F-A173-2FB9-700D-66377D59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3BEC4-671C-73D7-AA74-27776ED3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4DC41-2B27-79D2-B6F2-104CE983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116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D3C4-56FD-0197-A6F7-513DF417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E9AC2-2998-C936-C4C5-B30D9E9C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D4A08-8D4A-FF75-E0EC-F0E28852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A691A-9B2B-9075-2236-DD322C2E5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2D29F-86AD-4FB1-C2BF-F542921CE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CC5D1-761A-228A-0B40-8C800F21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E7ED9-8C8C-DBF0-7E65-84A88355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60940-3A9A-99ED-BF92-D256BA0A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546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FF00-DF7C-DA3E-3E90-5A5DCCFD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CCED3-ABCA-80B5-A271-03261114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6A023-FFE4-6008-2FBE-9C85DFC9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9E100-DF2F-7457-F969-92EFB924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950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489EE-1967-05E2-5F1E-15B9E697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DCE4-9362-EF16-959D-4F91A9FB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512C6-9C2C-5C77-916E-AC973955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286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C876-CC3C-6A8F-EFC5-BFB4E4B8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05B54-277A-FB0A-FA4E-6FA5F8930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EDCAF-3220-91CA-4E24-4788C66D2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B9C6B-9FD7-B472-1FE3-508C480A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FAA26-4948-8A0E-A4B0-57DE72A1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EBC73-1FF9-A2EA-5E44-EBF73125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7753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EB1D-4034-4A87-950C-C6CE1661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4FCC2-A799-01E5-2215-FA4FA31FE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5807-A3AF-C1FD-56E4-D09DC7D9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A047B-B3F4-5AA8-13AC-1DAF2CB8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558A1-36CB-7963-AE39-51151FD7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3E11D-15FB-D630-FB5B-B704E866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57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D8C8C-C975-951B-23BB-143D8B91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291D-4B3D-F0A3-598A-495B37ED8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C92B-641E-515C-B948-C21B2EE8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C4E0-93B4-33B2-54BC-2F1D29D7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7E3D-D576-B1C0-BA6A-EFCFEA36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112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F6618-64F8-6992-F8BB-15A498922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B9E59-0AC0-1BA0-A404-EC1B1B3FC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4FD3-5109-90B2-F49D-EB2E086D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BD1B0-4998-4654-0D59-8B8F7E49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57057-C45F-5818-94F7-0B901262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760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60A00-1722-CC1A-8F22-80FC8D68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6CA8E-66BD-D07E-EE0A-8DFAC6A0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DCB1-B005-95FB-B649-EFA259E3D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BE991-FC24-4150-AB01-943C9B1DB654}" type="datetimeFigureOut">
              <a:rPr lang="ro-RO" smtClean="0"/>
              <a:t>02.01.2025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3E59-CCAE-AFFC-793A-1657FFD2C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BDD2D-2D7E-59B5-2179-306817DB4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AD88C-F775-443C-A054-A1BF806583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454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317493-C7DE-5B34-46C5-B78F3527B665}"/>
              </a:ext>
            </a:extLst>
          </p:cNvPr>
          <p:cNvSpPr/>
          <p:nvPr/>
        </p:nvSpPr>
        <p:spPr>
          <a:xfrm>
            <a:off x="5102533" y="2224830"/>
            <a:ext cx="697266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FCBBB-28A2-CABD-DB32-B89F44D88968}"/>
              </a:ext>
            </a:extLst>
          </p:cNvPr>
          <p:cNvSpPr txBox="1"/>
          <p:nvPr/>
        </p:nvSpPr>
        <p:spPr>
          <a:xfrm>
            <a:off x="5082397" y="2285261"/>
            <a:ext cx="697266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Comenzi</a:t>
            </a:r>
            <a:endParaRPr lang="ro-RO" sz="10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F95E9E-CB03-2562-E5B2-E438CD18116A}"/>
              </a:ext>
            </a:extLst>
          </p:cNvPr>
          <p:cNvSpPr/>
          <p:nvPr/>
        </p:nvSpPr>
        <p:spPr>
          <a:xfrm>
            <a:off x="2219731" y="3410183"/>
            <a:ext cx="888824" cy="2904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17331-145B-837B-DB10-B60B1CB03AAE}"/>
              </a:ext>
            </a:extLst>
          </p:cNvPr>
          <p:cNvSpPr txBox="1"/>
          <p:nvPr/>
        </p:nvSpPr>
        <p:spPr>
          <a:xfrm>
            <a:off x="2213264" y="3429879"/>
            <a:ext cx="902569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Id_Comanda</a:t>
            </a:r>
            <a:endParaRPr lang="ro-RO" sz="1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6A560A-B325-F0A5-6450-8150FA838610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2978390" y="2567261"/>
            <a:ext cx="2160159" cy="8854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4A5DF8B-D213-4A3F-CC60-15F5930A85E0}"/>
              </a:ext>
            </a:extLst>
          </p:cNvPr>
          <p:cNvSpPr/>
          <p:nvPr/>
        </p:nvSpPr>
        <p:spPr>
          <a:xfrm>
            <a:off x="2235709" y="3808138"/>
            <a:ext cx="930023" cy="310739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B188F-22D8-5376-B32A-A5DDD9A8796D}"/>
              </a:ext>
            </a:extLst>
          </p:cNvPr>
          <p:cNvSpPr txBox="1"/>
          <p:nvPr/>
        </p:nvSpPr>
        <p:spPr>
          <a:xfrm>
            <a:off x="2238453" y="3839262"/>
            <a:ext cx="1023703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Data_Comenzii</a:t>
            </a:r>
            <a:endParaRPr lang="ro-RO" sz="1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F7F7A4-55C0-FF87-5422-D3F98BD3AF84}"/>
              </a:ext>
            </a:extLst>
          </p:cNvPr>
          <p:cNvCxnSpPr>
            <a:cxnSpLocks/>
          </p:cNvCxnSpPr>
          <p:nvPr/>
        </p:nvCxnSpPr>
        <p:spPr>
          <a:xfrm flipV="1">
            <a:off x="3133975" y="2591913"/>
            <a:ext cx="1940307" cy="12938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6447015-4AC8-0313-14B1-9177F60BA439}"/>
              </a:ext>
            </a:extLst>
          </p:cNvPr>
          <p:cNvSpPr/>
          <p:nvPr/>
        </p:nvSpPr>
        <p:spPr>
          <a:xfrm>
            <a:off x="2323899" y="4263539"/>
            <a:ext cx="781140" cy="23174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94D6A1-18DB-A46A-A379-B5620E9D0CC8}"/>
              </a:ext>
            </a:extLst>
          </p:cNvPr>
          <p:cNvSpPr txBox="1"/>
          <p:nvPr/>
        </p:nvSpPr>
        <p:spPr>
          <a:xfrm>
            <a:off x="2345175" y="4249059"/>
            <a:ext cx="853145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ID_Furnizor</a:t>
            </a:r>
            <a:endParaRPr lang="ro-RO" sz="1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899D0F-E431-EA84-A238-C7E34BB3AE93}"/>
              </a:ext>
            </a:extLst>
          </p:cNvPr>
          <p:cNvCxnSpPr>
            <a:cxnSpLocks/>
          </p:cNvCxnSpPr>
          <p:nvPr/>
        </p:nvCxnSpPr>
        <p:spPr>
          <a:xfrm flipV="1">
            <a:off x="3053186" y="2591912"/>
            <a:ext cx="2109624" cy="17261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2C0A247-035B-8431-C125-1957F22FF765}"/>
              </a:ext>
            </a:extLst>
          </p:cNvPr>
          <p:cNvSpPr/>
          <p:nvPr/>
        </p:nvSpPr>
        <p:spPr>
          <a:xfrm>
            <a:off x="6991689" y="4065251"/>
            <a:ext cx="886619" cy="32012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338140-D58F-BF89-85C0-E32F4ED3DBD5}"/>
              </a:ext>
            </a:extLst>
          </p:cNvPr>
          <p:cNvSpPr txBox="1"/>
          <p:nvPr/>
        </p:nvSpPr>
        <p:spPr>
          <a:xfrm>
            <a:off x="7035070" y="4108400"/>
            <a:ext cx="826320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ID_Angajat</a:t>
            </a:r>
            <a:endParaRPr lang="ro-RO" sz="1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1072B2-84C6-B4C6-1DFB-D80FAFC1256B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5585244" y="2593266"/>
            <a:ext cx="1849755" cy="14719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4A4E9B5-D015-1FD6-2DFD-B9D6F4329444}"/>
              </a:ext>
            </a:extLst>
          </p:cNvPr>
          <p:cNvSpPr txBox="1"/>
          <p:nvPr/>
        </p:nvSpPr>
        <p:spPr>
          <a:xfrm>
            <a:off x="8245569" y="4051620"/>
            <a:ext cx="82254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ID_Material</a:t>
            </a:r>
            <a:endParaRPr lang="ro-RO" sz="10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4259D0-22D3-24D7-DBDB-42DEF6008DF4}"/>
              </a:ext>
            </a:extLst>
          </p:cNvPr>
          <p:cNvCxnSpPr>
            <a:cxnSpLocks/>
            <a:stCxn id="42" idx="2"/>
          </p:cNvCxnSpPr>
          <p:nvPr/>
        </p:nvCxnSpPr>
        <p:spPr>
          <a:xfrm flipH="1" flipV="1">
            <a:off x="5740484" y="2585276"/>
            <a:ext cx="2478050" cy="15894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148A6847-D69F-9D65-60AE-E120D6D114E9}"/>
              </a:ext>
            </a:extLst>
          </p:cNvPr>
          <p:cNvSpPr/>
          <p:nvPr/>
        </p:nvSpPr>
        <p:spPr>
          <a:xfrm>
            <a:off x="8218534" y="4014669"/>
            <a:ext cx="822540" cy="32012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5CD222-6296-F515-719F-222E383978A7}"/>
              </a:ext>
            </a:extLst>
          </p:cNvPr>
          <p:cNvSpPr txBox="1"/>
          <p:nvPr/>
        </p:nvSpPr>
        <p:spPr>
          <a:xfrm>
            <a:off x="8120489" y="3688627"/>
            <a:ext cx="100767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Total_Comanda</a:t>
            </a:r>
            <a:endParaRPr lang="ro-RO" sz="10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2C483D6-9FC7-417A-C546-80115DDC82D0}"/>
              </a:ext>
            </a:extLst>
          </p:cNvPr>
          <p:cNvSpPr/>
          <p:nvPr/>
        </p:nvSpPr>
        <p:spPr>
          <a:xfrm>
            <a:off x="8114768" y="3710047"/>
            <a:ext cx="967830" cy="24778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113DE2-3317-96E1-E6C9-6F64E9A8F78A}"/>
              </a:ext>
            </a:extLst>
          </p:cNvPr>
          <p:cNvSpPr txBox="1"/>
          <p:nvPr/>
        </p:nvSpPr>
        <p:spPr>
          <a:xfrm>
            <a:off x="8169711" y="3350409"/>
            <a:ext cx="119080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Statut_Comanda</a:t>
            </a:r>
            <a:endParaRPr lang="ro-RO" sz="10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4C4AE5B-BB37-34F2-F483-047DC287D826}"/>
              </a:ext>
            </a:extLst>
          </p:cNvPr>
          <p:cNvSpPr/>
          <p:nvPr/>
        </p:nvSpPr>
        <p:spPr>
          <a:xfrm>
            <a:off x="8176641" y="3363476"/>
            <a:ext cx="1007676" cy="2465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735875-702B-AE2D-8F57-96103EB18FC2}"/>
              </a:ext>
            </a:extLst>
          </p:cNvPr>
          <p:cNvSpPr txBox="1"/>
          <p:nvPr/>
        </p:nvSpPr>
        <p:spPr>
          <a:xfrm>
            <a:off x="2211358" y="3082690"/>
            <a:ext cx="91307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Tip_Comanda</a:t>
            </a:r>
            <a:endParaRPr lang="ro-RO" sz="10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F239EB9-30E9-85F0-5AC6-C596417D7C4B}"/>
              </a:ext>
            </a:extLst>
          </p:cNvPr>
          <p:cNvSpPr/>
          <p:nvPr/>
        </p:nvSpPr>
        <p:spPr>
          <a:xfrm>
            <a:off x="2188998" y="3049360"/>
            <a:ext cx="888825" cy="30871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D248FF-DB18-3F35-DADC-98B440F17C18}"/>
              </a:ext>
            </a:extLst>
          </p:cNvPr>
          <p:cNvSpPr txBox="1"/>
          <p:nvPr/>
        </p:nvSpPr>
        <p:spPr>
          <a:xfrm>
            <a:off x="2269166" y="2760976"/>
            <a:ext cx="6593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Cantitate</a:t>
            </a:r>
            <a:endParaRPr lang="ro-RO" sz="10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71ECF69-52E6-CE4D-FB30-E3F15768A6BA}"/>
              </a:ext>
            </a:extLst>
          </p:cNvPr>
          <p:cNvSpPr/>
          <p:nvPr/>
        </p:nvSpPr>
        <p:spPr>
          <a:xfrm>
            <a:off x="2285910" y="2794641"/>
            <a:ext cx="650258" cy="20711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05E71D-37E9-27F1-6F5D-DC2B6A9D0958}"/>
              </a:ext>
            </a:extLst>
          </p:cNvPr>
          <p:cNvSpPr txBox="1"/>
          <p:nvPr/>
        </p:nvSpPr>
        <p:spPr>
          <a:xfrm>
            <a:off x="8198423" y="2616810"/>
            <a:ext cx="91307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Pret_Total</a:t>
            </a:r>
            <a:endParaRPr lang="ro-RO" sz="10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623AC9B-8554-3C38-30FE-782A61CB4FF2}"/>
              </a:ext>
            </a:extLst>
          </p:cNvPr>
          <p:cNvSpPr/>
          <p:nvPr/>
        </p:nvSpPr>
        <p:spPr>
          <a:xfrm>
            <a:off x="8230948" y="2633321"/>
            <a:ext cx="714553" cy="24622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3AC16A-F64C-91DA-817A-71918DEABDF7}"/>
              </a:ext>
            </a:extLst>
          </p:cNvPr>
          <p:cNvSpPr txBox="1"/>
          <p:nvPr/>
        </p:nvSpPr>
        <p:spPr>
          <a:xfrm>
            <a:off x="8106170" y="2975097"/>
            <a:ext cx="11611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Id_Transportator</a:t>
            </a:r>
            <a:endParaRPr lang="ro-RO" sz="10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0AFE494-33BE-DE2B-F958-EC08BD98FD54}"/>
              </a:ext>
            </a:extLst>
          </p:cNvPr>
          <p:cNvSpPr/>
          <p:nvPr/>
        </p:nvSpPr>
        <p:spPr>
          <a:xfrm>
            <a:off x="8100652" y="2984199"/>
            <a:ext cx="1059857" cy="24622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39C7946-E943-B8B1-F009-E3C098C07190}"/>
              </a:ext>
            </a:extLst>
          </p:cNvPr>
          <p:cNvCxnSpPr>
            <a:cxnSpLocks/>
            <a:stCxn id="50" idx="2"/>
          </p:cNvCxnSpPr>
          <p:nvPr/>
        </p:nvCxnSpPr>
        <p:spPr>
          <a:xfrm flipH="1" flipV="1">
            <a:off x="5803924" y="2580535"/>
            <a:ext cx="2372717" cy="90620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61FD4D0-7DA0-B804-3D8B-4E225BE272CA}"/>
              </a:ext>
            </a:extLst>
          </p:cNvPr>
          <p:cNvCxnSpPr>
            <a:cxnSpLocks/>
            <a:stCxn id="58" idx="2"/>
          </p:cNvCxnSpPr>
          <p:nvPr/>
        </p:nvCxnSpPr>
        <p:spPr>
          <a:xfrm flipH="1" flipV="1">
            <a:off x="5796973" y="2533857"/>
            <a:ext cx="2303679" cy="5734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D821A3B-AF3C-F80E-7C0A-18BA22D8C64D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3077823" y="2551178"/>
            <a:ext cx="1996459" cy="6525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822B2BA-B45F-775C-E4DE-9BA443F890A1}"/>
              </a:ext>
            </a:extLst>
          </p:cNvPr>
          <p:cNvCxnSpPr>
            <a:cxnSpLocks/>
            <a:stCxn id="54" idx="6"/>
          </p:cNvCxnSpPr>
          <p:nvPr/>
        </p:nvCxnSpPr>
        <p:spPr>
          <a:xfrm flipV="1">
            <a:off x="2936168" y="2539481"/>
            <a:ext cx="2153575" cy="35871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1F0B663-DCCD-6F41-99A4-65D2D1665DDD}"/>
              </a:ext>
            </a:extLst>
          </p:cNvPr>
          <p:cNvCxnSpPr>
            <a:cxnSpLocks/>
          </p:cNvCxnSpPr>
          <p:nvPr/>
        </p:nvCxnSpPr>
        <p:spPr>
          <a:xfrm flipH="1" flipV="1">
            <a:off x="5803924" y="2523841"/>
            <a:ext cx="2430336" cy="2260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544C1EB-A365-CC83-E5E5-F5476D7E4956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5787422" y="2578487"/>
            <a:ext cx="2333067" cy="123325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F78244E3-D1E1-19C4-4771-44A9ED0695E5}"/>
              </a:ext>
            </a:extLst>
          </p:cNvPr>
          <p:cNvSpPr/>
          <p:nvPr/>
        </p:nvSpPr>
        <p:spPr>
          <a:xfrm>
            <a:off x="9597943" y="2297424"/>
            <a:ext cx="525171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03DB8E-050F-8198-5D60-BE7479722B7D}"/>
              </a:ext>
            </a:extLst>
          </p:cNvPr>
          <p:cNvSpPr txBox="1"/>
          <p:nvPr/>
        </p:nvSpPr>
        <p:spPr>
          <a:xfrm>
            <a:off x="9584932" y="2335434"/>
            <a:ext cx="525171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Clienti</a:t>
            </a:r>
            <a:endParaRPr lang="ro-RO" sz="10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F4EB6C-0EF6-02CE-1DAD-7B76947721D5}"/>
              </a:ext>
            </a:extLst>
          </p:cNvPr>
          <p:cNvSpPr txBox="1"/>
          <p:nvPr/>
        </p:nvSpPr>
        <p:spPr>
          <a:xfrm>
            <a:off x="11066129" y="1666252"/>
            <a:ext cx="71455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Id_Client</a:t>
            </a:r>
            <a:endParaRPr lang="ro-RO" sz="10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97BCE18-2FE7-CA99-5362-FF596B998615}"/>
              </a:ext>
            </a:extLst>
          </p:cNvPr>
          <p:cNvSpPr/>
          <p:nvPr/>
        </p:nvSpPr>
        <p:spPr>
          <a:xfrm>
            <a:off x="11030339" y="1657333"/>
            <a:ext cx="714553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D4759EC-8B8A-6F38-1F30-67C1E9DBD281}"/>
              </a:ext>
            </a:extLst>
          </p:cNvPr>
          <p:cNvCxnSpPr>
            <a:cxnSpLocks/>
            <a:stCxn id="88" idx="2"/>
            <a:endCxn id="84" idx="3"/>
          </p:cNvCxnSpPr>
          <p:nvPr/>
        </p:nvCxnSpPr>
        <p:spPr>
          <a:xfrm flipH="1">
            <a:off x="10110103" y="1808266"/>
            <a:ext cx="920236" cy="65027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1BB8DFD-59E1-57BA-645F-7DA7D6937037}"/>
              </a:ext>
            </a:extLst>
          </p:cNvPr>
          <p:cNvSpPr txBox="1"/>
          <p:nvPr/>
        </p:nvSpPr>
        <p:spPr>
          <a:xfrm>
            <a:off x="11060240" y="2022400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Nume</a:t>
            </a:r>
            <a:endParaRPr lang="ro-RO" sz="10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64B4D7F-0412-4DD2-CBF2-CAB280B4B2B9}"/>
              </a:ext>
            </a:extLst>
          </p:cNvPr>
          <p:cNvSpPr/>
          <p:nvPr/>
        </p:nvSpPr>
        <p:spPr>
          <a:xfrm>
            <a:off x="11076984" y="2015377"/>
            <a:ext cx="502979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004D016-5E98-9695-D77C-A7DFC6B9A7DD}"/>
              </a:ext>
            </a:extLst>
          </p:cNvPr>
          <p:cNvCxnSpPr>
            <a:cxnSpLocks/>
            <a:stCxn id="92" idx="2"/>
            <a:endCxn id="84" idx="3"/>
          </p:cNvCxnSpPr>
          <p:nvPr/>
        </p:nvCxnSpPr>
        <p:spPr>
          <a:xfrm flipH="1">
            <a:off x="10110103" y="2166310"/>
            <a:ext cx="966881" cy="29223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CC9F640-E23A-E74F-B87C-1EA126AB5E59}"/>
              </a:ext>
            </a:extLst>
          </p:cNvPr>
          <p:cNvSpPr txBox="1"/>
          <p:nvPr/>
        </p:nvSpPr>
        <p:spPr>
          <a:xfrm>
            <a:off x="11107480" y="2716079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Adresa</a:t>
            </a:r>
            <a:endParaRPr lang="ro-RO" sz="10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87CC26D-B92D-20EA-F48A-53FCAA70689F}"/>
              </a:ext>
            </a:extLst>
          </p:cNvPr>
          <p:cNvSpPr/>
          <p:nvPr/>
        </p:nvSpPr>
        <p:spPr>
          <a:xfrm>
            <a:off x="11086488" y="2682333"/>
            <a:ext cx="607454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981166E-C60B-C4A5-EC75-0157BB2C3D8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10136125" y="2599207"/>
            <a:ext cx="971355" cy="23998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9534B9D-E176-5A13-CEC7-BC00181C066C}"/>
              </a:ext>
            </a:extLst>
          </p:cNvPr>
          <p:cNvSpPr txBox="1"/>
          <p:nvPr/>
        </p:nvSpPr>
        <p:spPr>
          <a:xfrm>
            <a:off x="11172758" y="3100761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Contact</a:t>
            </a:r>
            <a:endParaRPr lang="ro-RO" sz="10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DD7F90E-C121-5035-6CCF-72BD2F0C9ACF}"/>
              </a:ext>
            </a:extLst>
          </p:cNvPr>
          <p:cNvSpPr/>
          <p:nvPr/>
        </p:nvSpPr>
        <p:spPr>
          <a:xfrm>
            <a:off x="11167934" y="3089156"/>
            <a:ext cx="607454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A8B225E-F76D-CFF7-974A-C752D3806A18}"/>
              </a:ext>
            </a:extLst>
          </p:cNvPr>
          <p:cNvCxnSpPr>
            <a:cxnSpLocks/>
            <a:stCxn id="101" idx="1"/>
          </p:cNvCxnSpPr>
          <p:nvPr/>
        </p:nvCxnSpPr>
        <p:spPr>
          <a:xfrm flipH="1" flipV="1">
            <a:off x="10075642" y="2652545"/>
            <a:ext cx="1097116" cy="5713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41FC0E6-1773-6C76-B139-92F85A9DAD6C}"/>
              </a:ext>
            </a:extLst>
          </p:cNvPr>
          <p:cNvSpPr/>
          <p:nvPr/>
        </p:nvSpPr>
        <p:spPr>
          <a:xfrm>
            <a:off x="9636051" y="4203885"/>
            <a:ext cx="525171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D22ADD-C561-1D1E-A684-567F5181DC6C}"/>
              </a:ext>
            </a:extLst>
          </p:cNvPr>
          <p:cNvSpPr txBox="1"/>
          <p:nvPr/>
        </p:nvSpPr>
        <p:spPr>
          <a:xfrm>
            <a:off x="9623040" y="4241895"/>
            <a:ext cx="691691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Evaluari</a:t>
            </a:r>
            <a:endParaRPr lang="ro-RO" sz="1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9EC7B33-C43A-DFAB-0732-845A5FA318BD}"/>
              </a:ext>
            </a:extLst>
          </p:cNvPr>
          <p:cNvSpPr txBox="1"/>
          <p:nvPr/>
        </p:nvSpPr>
        <p:spPr>
          <a:xfrm>
            <a:off x="11043340" y="4046927"/>
            <a:ext cx="82598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Id_Evaluare</a:t>
            </a:r>
            <a:endParaRPr lang="ro-RO" sz="10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B8BCDF8-53A2-289B-3215-968E66E83D87}"/>
              </a:ext>
            </a:extLst>
          </p:cNvPr>
          <p:cNvSpPr/>
          <p:nvPr/>
        </p:nvSpPr>
        <p:spPr>
          <a:xfrm>
            <a:off x="11046927" y="4035377"/>
            <a:ext cx="780746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7BA0474-DDE4-8085-22F8-BD9EF44E2FEB}"/>
              </a:ext>
            </a:extLst>
          </p:cNvPr>
          <p:cNvCxnSpPr>
            <a:cxnSpLocks/>
            <a:stCxn id="108" idx="2"/>
          </p:cNvCxnSpPr>
          <p:nvPr/>
        </p:nvCxnSpPr>
        <p:spPr>
          <a:xfrm flipH="1">
            <a:off x="10161222" y="4186310"/>
            <a:ext cx="885705" cy="555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EC4E665-B56F-E7FB-F4FF-5626E48D9BE8}"/>
              </a:ext>
            </a:extLst>
          </p:cNvPr>
          <p:cNvSpPr txBox="1"/>
          <p:nvPr/>
        </p:nvSpPr>
        <p:spPr>
          <a:xfrm>
            <a:off x="11138926" y="4425906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Id_Client</a:t>
            </a:r>
            <a:endParaRPr lang="ro-RO" sz="10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05E03A4-7D20-DB1A-EC16-CEC62AE9C128}"/>
              </a:ext>
            </a:extLst>
          </p:cNvPr>
          <p:cNvSpPr/>
          <p:nvPr/>
        </p:nvSpPr>
        <p:spPr>
          <a:xfrm>
            <a:off x="11167934" y="4398084"/>
            <a:ext cx="602630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7099D6-CD3D-27B1-EF56-892A8059A7CE}"/>
              </a:ext>
            </a:extLst>
          </p:cNvPr>
          <p:cNvCxnSpPr>
            <a:cxnSpLocks/>
            <a:stCxn id="111" idx="2"/>
          </p:cNvCxnSpPr>
          <p:nvPr/>
        </p:nvCxnSpPr>
        <p:spPr>
          <a:xfrm flipH="1" flipV="1">
            <a:off x="10161222" y="4354621"/>
            <a:ext cx="1006712" cy="19439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DA607C2-4818-6162-FC05-B296C842C465}"/>
              </a:ext>
            </a:extLst>
          </p:cNvPr>
          <p:cNvSpPr txBox="1"/>
          <p:nvPr/>
        </p:nvSpPr>
        <p:spPr>
          <a:xfrm>
            <a:off x="11212881" y="4811128"/>
            <a:ext cx="48122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Scor</a:t>
            </a:r>
            <a:endParaRPr lang="ro-RO" sz="1000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27502E92-7F58-0FC8-9269-CD0942F2F1A8}"/>
              </a:ext>
            </a:extLst>
          </p:cNvPr>
          <p:cNvSpPr/>
          <p:nvPr/>
        </p:nvSpPr>
        <p:spPr>
          <a:xfrm>
            <a:off x="11208057" y="4799523"/>
            <a:ext cx="485886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5AB877F-F056-AE38-2C46-6E638A54FA57}"/>
              </a:ext>
            </a:extLst>
          </p:cNvPr>
          <p:cNvCxnSpPr>
            <a:cxnSpLocks/>
            <a:stCxn id="113" idx="1"/>
          </p:cNvCxnSpPr>
          <p:nvPr/>
        </p:nvCxnSpPr>
        <p:spPr>
          <a:xfrm flipH="1" flipV="1">
            <a:off x="10161222" y="4398084"/>
            <a:ext cx="1051659" cy="5361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73007C66-3937-A1B0-D83A-0725C6427F70}"/>
              </a:ext>
            </a:extLst>
          </p:cNvPr>
          <p:cNvSpPr/>
          <p:nvPr/>
        </p:nvSpPr>
        <p:spPr>
          <a:xfrm>
            <a:off x="8714065" y="4639437"/>
            <a:ext cx="607454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06F0FD8-9A17-84F4-4334-521CE15A9B79}"/>
              </a:ext>
            </a:extLst>
          </p:cNvPr>
          <p:cNvCxnSpPr>
            <a:cxnSpLocks/>
          </p:cNvCxnSpPr>
          <p:nvPr/>
        </p:nvCxnSpPr>
        <p:spPr>
          <a:xfrm flipV="1">
            <a:off x="9091405" y="4334526"/>
            <a:ext cx="539255" cy="30067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71A4369-20BB-3540-A001-574001B1DA47}"/>
              </a:ext>
            </a:extLst>
          </p:cNvPr>
          <p:cNvSpPr txBox="1"/>
          <p:nvPr/>
        </p:nvSpPr>
        <p:spPr>
          <a:xfrm>
            <a:off x="8714065" y="4658065"/>
            <a:ext cx="75467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Feedback</a:t>
            </a:r>
            <a:endParaRPr lang="ro-RO" sz="1000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C7B6A78-FC73-891A-084A-B93468CAEED3}"/>
              </a:ext>
            </a:extLst>
          </p:cNvPr>
          <p:cNvSpPr/>
          <p:nvPr/>
        </p:nvSpPr>
        <p:spPr>
          <a:xfrm>
            <a:off x="8568141" y="5199529"/>
            <a:ext cx="945866" cy="36130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29D37F1-B8E2-CF93-2BFD-050463D22E33}"/>
              </a:ext>
            </a:extLst>
          </p:cNvPr>
          <p:cNvSpPr txBox="1"/>
          <p:nvPr/>
        </p:nvSpPr>
        <p:spPr>
          <a:xfrm>
            <a:off x="8525546" y="5239462"/>
            <a:ext cx="118656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Data_Evaluarii</a:t>
            </a:r>
            <a:endParaRPr lang="ro-RO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3353B3-88FF-3B28-227B-AF8E637FFF0B}"/>
              </a:ext>
            </a:extLst>
          </p:cNvPr>
          <p:cNvSpPr/>
          <p:nvPr/>
        </p:nvSpPr>
        <p:spPr>
          <a:xfrm>
            <a:off x="5181560" y="4911338"/>
            <a:ext cx="567245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65C4A4-D80F-3D61-884B-EF349C697AC0}"/>
              </a:ext>
            </a:extLst>
          </p:cNvPr>
          <p:cNvSpPr txBox="1"/>
          <p:nvPr/>
        </p:nvSpPr>
        <p:spPr>
          <a:xfrm>
            <a:off x="5128823" y="4924665"/>
            <a:ext cx="683528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Furnizori</a:t>
            </a:r>
            <a:endParaRPr lang="ro-RO" sz="10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F28A62-78FC-6D5E-C01F-8939F98E3127}"/>
              </a:ext>
            </a:extLst>
          </p:cNvPr>
          <p:cNvSpPr txBox="1"/>
          <p:nvPr/>
        </p:nvSpPr>
        <p:spPr>
          <a:xfrm>
            <a:off x="6656286" y="5174713"/>
            <a:ext cx="91429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Id_Furnzior</a:t>
            </a:r>
            <a:endParaRPr lang="ro-RO" sz="10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0952BBB-6231-2975-D016-44D2808C9BDB}"/>
              </a:ext>
            </a:extLst>
          </p:cNvPr>
          <p:cNvSpPr/>
          <p:nvPr/>
        </p:nvSpPr>
        <p:spPr>
          <a:xfrm>
            <a:off x="6610922" y="5166013"/>
            <a:ext cx="861778" cy="25117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F6C2DE-2132-48AF-F4FA-488E97FCCE1C}"/>
              </a:ext>
            </a:extLst>
          </p:cNvPr>
          <p:cNvCxnSpPr>
            <a:cxnSpLocks/>
          </p:cNvCxnSpPr>
          <p:nvPr/>
        </p:nvCxnSpPr>
        <p:spPr>
          <a:xfrm flipH="1" flipV="1">
            <a:off x="5746592" y="5042610"/>
            <a:ext cx="878428" cy="27411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B1D8699-95B1-F6A2-AB6F-5C8375BA255A}"/>
              </a:ext>
            </a:extLst>
          </p:cNvPr>
          <p:cNvSpPr txBox="1"/>
          <p:nvPr/>
        </p:nvSpPr>
        <p:spPr>
          <a:xfrm>
            <a:off x="6640823" y="5536029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Nume</a:t>
            </a:r>
            <a:endParaRPr lang="ro-RO" sz="10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10E3E82-2F55-D209-00A2-E780874C4AB3}"/>
              </a:ext>
            </a:extLst>
          </p:cNvPr>
          <p:cNvSpPr/>
          <p:nvPr/>
        </p:nvSpPr>
        <p:spPr>
          <a:xfrm>
            <a:off x="6657567" y="5529006"/>
            <a:ext cx="525096" cy="270839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A846A4-16A2-34A7-B881-5E74C5ABE087}"/>
              </a:ext>
            </a:extLst>
          </p:cNvPr>
          <p:cNvCxnSpPr>
            <a:cxnSpLocks/>
            <a:stCxn id="66" idx="2"/>
          </p:cNvCxnSpPr>
          <p:nvPr/>
        </p:nvCxnSpPr>
        <p:spPr>
          <a:xfrm flipH="1" flipV="1">
            <a:off x="5743273" y="5125068"/>
            <a:ext cx="914294" cy="5393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A33CA3-7B9F-748A-29BE-CABF27964727}"/>
              </a:ext>
            </a:extLst>
          </p:cNvPr>
          <p:cNvSpPr txBox="1"/>
          <p:nvPr/>
        </p:nvSpPr>
        <p:spPr>
          <a:xfrm>
            <a:off x="3844991" y="5091977"/>
            <a:ext cx="67439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Adresa</a:t>
            </a:r>
            <a:endParaRPr lang="ro-RO" sz="1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FC30B0A-8844-00A3-B157-6514C6BAB28C}"/>
              </a:ext>
            </a:extLst>
          </p:cNvPr>
          <p:cNvSpPr/>
          <p:nvPr/>
        </p:nvSpPr>
        <p:spPr>
          <a:xfrm>
            <a:off x="3818536" y="5131087"/>
            <a:ext cx="598530" cy="21413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C1E11EF-2A6A-D359-BB6F-E0A7C9E62A6C}"/>
              </a:ext>
            </a:extLst>
          </p:cNvPr>
          <p:cNvCxnSpPr>
            <a:cxnSpLocks/>
          </p:cNvCxnSpPr>
          <p:nvPr/>
        </p:nvCxnSpPr>
        <p:spPr>
          <a:xfrm flipV="1">
            <a:off x="4423121" y="5028042"/>
            <a:ext cx="741030" cy="20010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3A1AF95-2CC3-953E-AA7D-CE940A3D06C4}"/>
              </a:ext>
            </a:extLst>
          </p:cNvPr>
          <p:cNvSpPr txBox="1"/>
          <p:nvPr/>
        </p:nvSpPr>
        <p:spPr>
          <a:xfrm>
            <a:off x="3818536" y="5490928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Contact</a:t>
            </a:r>
            <a:endParaRPr lang="ro-RO" sz="10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EDC72D9-D346-91B9-B58B-DA9E7FDE69C8}"/>
              </a:ext>
            </a:extLst>
          </p:cNvPr>
          <p:cNvSpPr/>
          <p:nvPr/>
        </p:nvSpPr>
        <p:spPr>
          <a:xfrm>
            <a:off x="3786521" y="5489131"/>
            <a:ext cx="607454" cy="248018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75B9457-861D-2820-CE3E-0CD205D0AE4A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4393975" y="5089191"/>
            <a:ext cx="787585" cy="502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BA57C02C-A529-B620-E24E-F883D5C461F3}"/>
              </a:ext>
            </a:extLst>
          </p:cNvPr>
          <p:cNvSpPr/>
          <p:nvPr/>
        </p:nvSpPr>
        <p:spPr>
          <a:xfrm>
            <a:off x="5220038" y="422591"/>
            <a:ext cx="567245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47B1708-AD62-4994-FDD4-F6CE2AE50473}"/>
              </a:ext>
            </a:extLst>
          </p:cNvPr>
          <p:cNvSpPr txBox="1"/>
          <p:nvPr/>
        </p:nvSpPr>
        <p:spPr>
          <a:xfrm>
            <a:off x="5214844" y="458778"/>
            <a:ext cx="683528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Angajati</a:t>
            </a:r>
            <a:endParaRPr lang="ro-RO" sz="10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F193A20-C07E-FE32-EABE-D1078BB8285E}"/>
              </a:ext>
            </a:extLst>
          </p:cNvPr>
          <p:cNvSpPr txBox="1"/>
          <p:nvPr/>
        </p:nvSpPr>
        <p:spPr>
          <a:xfrm>
            <a:off x="6646712" y="365504"/>
            <a:ext cx="91429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Id_Angajat</a:t>
            </a:r>
            <a:endParaRPr lang="ro-RO" sz="10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B3442E4-D346-0F23-4DD8-BA4EBD1D2F4F}"/>
              </a:ext>
            </a:extLst>
          </p:cNvPr>
          <p:cNvSpPr/>
          <p:nvPr/>
        </p:nvSpPr>
        <p:spPr>
          <a:xfrm>
            <a:off x="6610922" y="356585"/>
            <a:ext cx="861778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591D75B-F014-CAD9-72DE-84FEB29FB573}"/>
              </a:ext>
            </a:extLst>
          </p:cNvPr>
          <p:cNvCxnSpPr>
            <a:cxnSpLocks/>
            <a:stCxn id="99" idx="2"/>
          </p:cNvCxnSpPr>
          <p:nvPr/>
        </p:nvCxnSpPr>
        <p:spPr>
          <a:xfrm flipH="1">
            <a:off x="5787422" y="507518"/>
            <a:ext cx="8235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FA937D9-4682-4284-469D-D0B232BD79E9}"/>
              </a:ext>
            </a:extLst>
          </p:cNvPr>
          <p:cNvSpPr txBox="1"/>
          <p:nvPr/>
        </p:nvSpPr>
        <p:spPr>
          <a:xfrm>
            <a:off x="6640823" y="721652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Nume</a:t>
            </a:r>
            <a:endParaRPr lang="ro-RO" sz="10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30AB01E-A68D-E83E-6F2F-649BFD50AEA6}"/>
              </a:ext>
            </a:extLst>
          </p:cNvPr>
          <p:cNvSpPr/>
          <p:nvPr/>
        </p:nvSpPr>
        <p:spPr>
          <a:xfrm>
            <a:off x="6657567" y="714629"/>
            <a:ext cx="525096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146C9C5-F744-4915-8396-3D98A9329271}"/>
              </a:ext>
            </a:extLst>
          </p:cNvPr>
          <p:cNvCxnSpPr>
            <a:cxnSpLocks/>
            <a:stCxn id="118" idx="2"/>
          </p:cNvCxnSpPr>
          <p:nvPr/>
        </p:nvCxnSpPr>
        <p:spPr>
          <a:xfrm flipH="1" flipV="1">
            <a:off x="5787422" y="611505"/>
            <a:ext cx="870145" cy="2540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740FE9F7-4BCF-51DC-7600-F959741E7D8A}"/>
              </a:ext>
            </a:extLst>
          </p:cNvPr>
          <p:cNvSpPr txBox="1"/>
          <p:nvPr/>
        </p:nvSpPr>
        <p:spPr>
          <a:xfrm>
            <a:off x="3433957" y="445908"/>
            <a:ext cx="58680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Functie</a:t>
            </a:r>
            <a:endParaRPr lang="ro-RO" sz="1000" dirty="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784135C1-0784-7146-E644-B9EF7ADAD165}"/>
              </a:ext>
            </a:extLst>
          </p:cNvPr>
          <p:cNvSpPr/>
          <p:nvPr/>
        </p:nvSpPr>
        <p:spPr>
          <a:xfrm>
            <a:off x="3429133" y="434303"/>
            <a:ext cx="637814" cy="25321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75FEEF3-E6BC-6815-14BA-8BEFFE726E63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4343099" y="627609"/>
            <a:ext cx="871745" cy="3356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DCC1CAB-71FD-580D-C21E-AFB5159A9993}"/>
              </a:ext>
            </a:extLst>
          </p:cNvPr>
          <p:cNvSpPr txBox="1"/>
          <p:nvPr/>
        </p:nvSpPr>
        <p:spPr>
          <a:xfrm>
            <a:off x="3207104" y="814118"/>
            <a:ext cx="11959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Date_de_Contact</a:t>
            </a:r>
            <a:endParaRPr lang="ro-RO" sz="100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827E689-E4E6-CF0B-63DA-B5CFFFE055EB}"/>
              </a:ext>
            </a:extLst>
          </p:cNvPr>
          <p:cNvSpPr/>
          <p:nvPr/>
        </p:nvSpPr>
        <p:spPr>
          <a:xfrm>
            <a:off x="3229943" y="812302"/>
            <a:ext cx="1113156" cy="30186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57F53E1-4812-1EEC-948B-672403911220}"/>
              </a:ext>
            </a:extLst>
          </p:cNvPr>
          <p:cNvCxnSpPr>
            <a:cxnSpLocks/>
            <a:stCxn id="124" idx="6"/>
            <a:endCxn id="94" idx="1"/>
          </p:cNvCxnSpPr>
          <p:nvPr/>
        </p:nvCxnSpPr>
        <p:spPr>
          <a:xfrm>
            <a:off x="4066947" y="560908"/>
            <a:ext cx="1147897" cy="209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6805DBB5-BBBD-1404-4A67-C5600B0FB482}"/>
              </a:ext>
            </a:extLst>
          </p:cNvPr>
          <p:cNvCxnSpPr>
            <a:cxnSpLocks/>
          </p:cNvCxnSpPr>
          <p:nvPr/>
        </p:nvCxnSpPr>
        <p:spPr>
          <a:xfrm flipV="1">
            <a:off x="9307435" y="4556665"/>
            <a:ext cx="323225" cy="65018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763EABAC-3B8E-0DEE-AD94-3B6FD5FD50D2}"/>
              </a:ext>
            </a:extLst>
          </p:cNvPr>
          <p:cNvSpPr/>
          <p:nvPr/>
        </p:nvSpPr>
        <p:spPr>
          <a:xfrm>
            <a:off x="1301705" y="2283725"/>
            <a:ext cx="931765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98DB10A3-51F8-23A8-BE48-F23665F5B0A1}"/>
              </a:ext>
            </a:extLst>
          </p:cNvPr>
          <p:cNvSpPr txBox="1"/>
          <p:nvPr/>
        </p:nvSpPr>
        <p:spPr>
          <a:xfrm>
            <a:off x="1289190" y="2344156"/>
            <a:ext cx="1113156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Transportatori</a:t>
            </a:r>
            <a:endParaRPr lang="ro-RO" sz="1000" b="1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0495CF3-7D1D-8088-24A9-7D9C2AE0D2CC}"/>
              </a:ext>
            </a:extLst>
          </p:cNvPr>
          <p:cNvSpPr/>
          <p:nvPr/>
        </p:nvSpPr>
        <p:spPr>
          <a:xfrm>
            <a:off x="2219730" y="1356567"/>
            <a:ext cx="1113155" cy="2904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BFB8B53-B4B5-E18C-86C8-79D0AA4EB3EF}"/>
              </a:ext>
            </a:extLst>
          </p:cNvPr>
          <p:cNvSpPr txBox="1"/>
          <p:nvPr/>
        </p:nvSpPr>
        <p:spPr>
          <a:xfrm>
            <a:off x="2230401" y="1372775"/>
            <a:ext cx="1113156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Id_Transportator</a:t>
            </a:r>
            <a:endParaRPr lang="ro-RO" sz="1000" dirty="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745E6894-45B2-B213-12BC-45F90B14A132}"/>
              </a:ext>
            </a:extLst>
          </p:cNvPr>
          <p:cNvSpPr/>
          <p:nvPr/>
        </p:nvSpPr>
        <p:spPr>
          <a:xfrm>
            <a:off x="78458" y="1957816"/>
            <a:ext cx="930023" cy="310739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09F536-CC5B-77E0-80F1-CB46E22520D9}"/>
              </a:ext>
            </a:extLst>
          </p:cNvPr>
          <p:cNvSpPr txBox="1"/>
          <p:nvPr/>
        </p:nvSpPr>
        <p:spPr>
          <a:xfrm>
            <a:off x="59845" y="1981908"/>
            <a:ext cx="1023703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Data_Comenzii</a:t>
            </a:r>
            <a:endParaRPr lang="ro-RO" sz="1000" dirty="0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267F89-7B86-F6DA-D910-C4E2EE79ECA0}"/>
              </a:ext>
            </a:extLst>
          </p:cNvPr>
          <p:cNvCxnSpPr>
            <a:cxnSpLocks/>
            <a:endCxn id="214" idx="4"/>
          </p:cNvCxnSpPr>
          <p:nvPr/>
        </p:nvCxnSpPr>
        <p:spPr>
          <a:xfrm flipV="1">
            <a:off x="2134276" y="1647013"/>
            <a:ext cx="642032" cy="6382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A0147373-469A-D04E-8250-65932927545A}"/>
              </a:ext>
            </a:extLst>
          </p:cNvPr>
          <p:cNvSpPr txBox="1"/>
          <p:nvPr/>
        </p:nvSpPr>
        <p:spPr>
          <a:xfrm>
            <a:off x="1444125" y="1352629"/>
            <a:ext cx="58654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Nume</a:t>
            </a:r>
            <a:endParaRPr lang="ro-RO" sz="1000" dirty="0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BA0505B8-BB0C-224C-5E6E-6C2DCC7A12B4}"/>
              </a:ext>
            </a:extLst>
          </p:cNvPr>
          <p:cNvSpPr/>
          <p:nvPr/>
        </p:nvSpPr>
        <p:spPr>
          <a:xfrm>
            <a:off x="1390159" y="1348618"/>
            <a:ext cx="629836" cy="30871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50B5C39-0DC4-7C2F-297D-C86372DA2EB8}"/>
              </a:ext>
            </a:extLst>
          </p:cNvPr>
          <p:cNvSpPr txBox="1"/>
          <p:nvPr/>
        </p:nvSpPr>
        <p:spPr>
          <a:xfrm>
            <a:off x="430174" y="1326533"/>
            <a:ext cx="6593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Contact</a:t>
            </a:r>
            <a:endParaRPr lang="ro-RO" sz="1000" dirty="0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BF720956-A3E6-6CD0-107A-4145ADC96304}"/>
              </a:ext>
            </a:extLst>
          </p:cNvPr>
          <p:cNvSpPr/>
          <p:nvPr/>
        </p:nvSpPr>
        <p:spPr>
          <a:xfrm>
            <a:off x="459966" y="1364251"/>
            <a:ext cx="650258" cy="20711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5E9A2BFB-F7F5-0739-814F-BAF445BDE0C9}"/>
              </a:ext>
            </a:extLst>
          </p:cNvPr>
          <p:cNvCxnSpPr>
            <a:cxnSpLocks/>
            <a:endCxn id="220" idx="4"/>
          </p:cNvCxnSpPr>
          <p:nvPr/>
        </p:nvCxnSpPr>
        <p:spPr>
          <a:xfrm flipH="1" flipV="1">
            <a:off x="1705077" y="1657333"/>
            <a:ext cx="1716" cy="6453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EAD96918-BD87-ECC9-E9B6-DEDA63B41201}"/>
              </a:ext>
            </a:extLst>
          </p:cNvPr>
          <p:cNvCxnSpPr>
            <a:cxnSpLocks/>
            <a:endCxn id="222" idx="5"/>
          </p:cNvCxnSpPr>
          <p:nvPr/>
        </p:nvCxnSpPr>
        <p:spPr>
          <a:xfrm flipH="1" flipV="1">
            <a:off x="1014996" y="1541031"/>
            <a:ext cx="286445" cy="74699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0CE7E394-A7EE-888A-D984-EB35F18E3420}"/>
              </a:ext>
            </a:extLst>
          </p:cNvPr>
          <p:cNvCxnSpPr>
            <a:cxnSpLocks/>
            <a:stCxn id="213" idx="1"/>
          </p:cNvCxnSpPr>
          <p:nvPr/>
        </p:nvCxnSpPr>
        <p:spPr>
          <a:xfrm flipH="1" flipV="1">
            <a:off x="854868" y="2237200"/>
            <a:ext cx="434322" cy="23006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2C1DDFF8-5AC2-15D3-DD8C-A944606BD3E3}"/>
              </a:ext>
            </a:extLst>
          </p:cNvPr>
          <p:cNvCxnSpPr>
            <a:cxnSpLocks/>
            <a:stCxn id="286" idx="3"/>
          </p:cNvCxnSpPr>
          <p:nvPr/>
        </p:nvCxnSpPr>
        <p:spPr>
          <a:xfrm flipH="1">
            <a:off x="2245985" y="2407411"/>
            <a:ext cx="2856133" cy="380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3B100821-9421-D8F8-DFA8-C75A3581083D}"/>
              </a:ext>
            </a:extLst>
          </p:cNvPr>
          <p:cNvCxnSpPr>
            <a:cxnSpLocks/>
            <a:stCxn id="4" idx="2"/>
            <a:endCxn id="60" idx="0"/>
          </p:cNvCxnSpPr>
          <p:nvPr/>
        </p:nvCxnSpPr>
        <p:spPr>
          <a:xfrm>
            <a:off x="5451166" y="2580535"/>
            <a:ext cx="14017" cy="2330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3BC1A544-1DF5-F561-E674-432781DC3E99}"/>
              </a:ext>
            </a:extLst>
          </p:cNvPr>
          <p:cNvCxnSpPr>
            <a:cxnSpLocks/>
            <a:stCxn id="4" idx="0"/>
            <a:endCxn id="90" idx="2"/>
          </p:cNvCxnSpPr>
          <p:nvPr/>
        </p:nvCxnSpPr>
        <p:spPr>
          <a:xfrm flipV="1">
            <a:off x="5451166" y="778296"/>
            <a:ext cx="52495" cy="14465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DE7A5974-D552-9146-BD24-1E71F22AFFD0}"/>
              </a:ext>
            </a:extLst>
          </p:cNvPr>
          <p:cNvCxnSpPr>
            <a:cxnSpLocks/>
            <a:stCxn id="105" idx="0"/>
            <a:endCxn id="83" idx="2"/>
          </p:cNvCxnSpPr>
          <p:nvPr/>
        </p:nvCxnSpPr>
        <p:spPr>
          <a:xfrm flipH="1" flipV="1">
            <a:off x="9860529" y="2653129"/>
            <a:ext cx="38108" cy="15507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Flowchart: Connector 279">
            <a:extLst>
              <a:ext uri="{FF2B5EF4-FFF2-40B4-BE49-F238E27FC236}">
                <a16:creationId xmlns:a16="http://schemas.microsoft.com/office/drawing/2014/main" id="{CB79125B-A750-C507-6412-5E65DE8BEA3F}"/>
              </a:ext>
            </a:extLst>
          </p:cNvPr>
          <p:cNvSpPr/>
          <p:nvPr/>
        </p:nvSpPr>
        <p:spPr>
          <a:xfrm>
            <a:off x="9867770" y="4166280"/>
            <a:ext cx="70533" cy="7362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1" name="Isosceles Triangle 280">
            <a:extLst>
              <a:ext uri="{FF2B5EF4-FFF2-40B4-BE49-F238E27FC236}">
                <a16:creationId xmlns:a16="http://schemas.microsoft.com/office/drawing/2014/main" id="{0AA32A09-207B-627B-B847-9E89B7EACA52}"/>
              </a:ext>
            </a:extLst>
          </p:cNvPr>
          <p:cNvSpPr/>
          <p:nvPr/>
        </p:nvSpPr>
        <p:spPr>
          <a:xfrm rot="5400000">
            <a:off x="5766518" y="2323894"/>
            <a:ext cx="177996" cy="113393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1F34609-A3A6-9CD6-F832-8D96AC88E45F}"/>
              </a:ext>
            </a:extLst>
          </p:cNvPr>
          <p:cNvCxnSpPr>
            <a:cxnSpLocks/>
            <a:stCxn id="281" idx="3"/>
            <a:endCxn id="84" idx="1"/>
          </p:cNvCxnSpPr>
          <p:nvPr/>
        </p:nvCxnSpPr>
        <p:spPr>
          <a:xfrm>
            <a:off x="5798820" y="2380591"/>
            <a:ext cx="3786112" cy="779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Isosceles Triangle 285">
            <a:extLst>
              <a:ext uri="{FF2B5EF4-FFF2-40B4-BE49-F238E27FC236}">
                <a16:creationId xmlns:a16="http://schemas.microsoft.com/office/drawing/2014/main" id="{8A6CD3A5-60F7-BC6C-D383-1597278A8094}"/>
              </a:ext>
            </a:extLst>
          </p:cNvPr>
          <p:cNvSpPr/>
          <p:nvPr/>
        </p:nvSpPr>
        <p:spPr>
          <a:xfrm rot="16404603">
            <a:off x="4956524" y="2347342"/>
            <a:ext cx="177996" cy="113393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7" name="Isosceles Triangle 286">
            <a:extLst>
              <a:ext uri="{FF2B5EF4-FFF2-40B4-BE49-F238E27FC236}">
                <a16:creationId xmlns:a16="http://schemas.microsoft.com/office/drawing/2014/main" id="{3C61F3A4-FCBC-460B-8CAA-60681123094A}"/>
              </a:ext>
            </a:extLst>
          </p:cNvPr>
          <p:cNvSpPr/>
          <p:nvPr/>
        </p:nvSpPr>
        <p:spPr>
          <a:xfrm rot="10800000">
            <a:off x="5360384" y="2583562"/>
            <a:ext cx="177996" cy="113393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8" name="Isosceles Triangle 287">
            <a:extLst>
              <a:ext uri="{FF2B5EF4-FFF2-40B4-BE49-F238E27FC236}">
                <a16:creationId xmlns:a16="http://schemas.microsoft.com/office/drawing/2014/main" id="{D94739B6-A724-C56B-AFBE-AF7B2FF41C0C}"/>
              </a:ext>
            </a:extLst>
          </p:cNvPr>
          <p:cNvSpPr/>
          <p:nvPr/>
        </p:nvSpPr>
        <p:spPr>
          <a:xfrm>
            <a:off x="5364892" y="2110298"/>
            <a:ext cx="177996" cy="113393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462E11-7F23-5910-6FAB-F70DE53DB624}"/>
              </a:ext>
            </a:extLst>
          </p:cNvPr>
          <p:cNvSpPr/>
          <p:nvPr/>
        </p:nvSpPr>
        <p:spPr>
          <a:xfrm>
            <a:off x="1912261" y="5255076"/>
            <a:ext cx="708838" cy="355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370A2B-C90C-BB7C-3B79-75BB288B588C}"/>
              </a:ext>
            </a:extLst>
          </p:cNvPr>
          <p:cNvSpPr txBox="1"/>
          <p:nvPr/>
        </p:nvSpPr>
        <p:spPr>
          <a:xfrm>
            <a:off x="1907961" y="5282785"/>
            <a:ext cx="713137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Materiale</a:t>
            </a:r>
            <a:endParaRPr lang="ro-RO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F6959B-E0A6-5884-59B4-E0FD437FA088}"/>
              </a:ext>
            </a:extLst>
          </p:cNvPr>
          <p:cNvSpPr txBox="1"/>
          <p:nvPr/>
        </p:nvSpPr>
        <p:spPr>
          <a:xfrm>
            <a:off x="3012230" y="5215087"/>
            <a:ext cx="55333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Nume</a:t>
            </a:r>
            <a:endParaRPr lang="ro-RO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DB368A-8F8A-5D14-0AA0-96867068FA1E}"/>
              </a:ext>
            </a:extLst>
          </p:cNvPr>
          <p:cNvSpPr/>
          <p:nvPr/>
        </p:nvSpPr>
        <p:spPr>
          <a:xfrm>
            <a:off x="2988806" y="5198014"/>
            <a:ext cx="525096" cy="270839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A2B40C-D7F8-9A67-AE45-8A899CA49B1B}"/>
              </a:ext>
            </a:extLst>
          </p:cNvPr>
          <p:cNvCxnSpPr>
            <a:cxnSpLocks/>
            <a:stCxn id="37" idx="2"/>
            <a:endCxn id="33" idx="3"/>
          </p:cNvCxnSpPr>
          <p:nvPr/>
        </p:nvCxnSpPr>
        <p:spPr>
          <a:xfrm flipH="1">
            <a:off x="2621098" y="5333434"/>
            <a:ext cx="367708" cy="72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661AF70-68C5-5D10-2AEB-034CBD85B261}"/>
              </a:ext>
            </a:extLst>
          </p:cNvPr>
          <p:cNvSpPr txBox="1"/>
          <p:nvPr/>
        </p:nvSpPr>
        <p:spPr>
          <a:xfrm>
            <a:off x="519811" y="5154673"/>
            <a:ext cx="8151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Id_Material</a:t>
            </a:r>
            <a:endParaRPr lang="ro-RO" sz="10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72D9E0F-1D9B-8A42-9688-BA3A8E447E5B}"/>
              </a:ext>
            </a:extLst>
          </p:cNvPr>
          <p:cNvSpPr/>
          <p:nvPr/>
        </p:nvSpPr>
        <p:spPr>
          <a:xfrm>
            <a:off x="493356" y="5166013"/>
            <a:ext cx="786804" cy="24190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6521C0-9C33-3C35-E11A-045D5A247BBA}"/>
              </a:ext>
            </a:extLst>
          </p:cNvPr>
          <p:cNvSpPr txBox="1"/>
          <p:nvPr/>
        </p:nvSpPr>
        <p:spPr>
          <a:xfrm>
            <a:off x="472440" y="5596132"/>
            <a:ext cx="67564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Descriere</a:t>
            </a:r>
            <a:endParaRPr lang="ro-RO" sz="10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AF538F7-24DB-1495-45E2-6EF789258DDA}"/>
              </a:ext>
            </a:extLst>
          </p:cNvPr>
          <p:cNvSpPr/>
          <p:nvPr/>
        </p:nvSpPr>
        <p:spPr>
          <a:xfrm>
            <a:off x="519218" y="5560835"/>
            <a:ext cx="628862" cy="320653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8535B45-AF8D-F51B-7B0A-138A9F7C3FD3}"/>
              </a:ext>
            </a:extLst>
          </p:cNvPr>
          <p:cNvCxnSpPr>
            <a:cxnSpLocks/>
            <a:stCxn id="40" idx="6"/>
            <a:endCxn id="33" idx="1"/>
          </p:cNvCxnSpPr>
          <p:nvPr/>
        </p:nvCxnSpPr>
        <p:spPr>
          <a:xfrm>
            <a:off x="1280160" y="5286965"/>
            <a:ext cx="627801" cy="11893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3252233-C467-BD05-40F8-7AE348EB4BAB}"/>
              </a:ext>
            </a:extLst>
          </p:cNvPr>
          <p:cNvCxnSpPr>
            <a:cxnSpLocks/>
            <a:stCxn id="287" idx="5"/>
            <a:endCxn id="32" idx="0"/>
          </p:cNvCxnSpPr>
          <p:nvPr/>
        </p:nvCxnSpPr>
        <p:spPr>
          <a:xfrm flipH="1">
            <a:off x="2266680" y="2640258"/>
            <a:ext cx="3138203" cy="2614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FE3B5FF-5D28-3A16-F701-B097C47A7D1B}"/>
              </a:ext>
            </a:extLst>
          </p:cNvPr>
          <p:cNvCxnSpPr>
            <a:cxnSpLocks/>
            <a:stCxn id="44" idx="6"/>
            <a:endCxn id="33" idx="1"/>
          </p:cNvCxnSpPr>
          <p:nvPr/>
        </p:nvCxnSpPr>
        <p:spPr>
          <a:xfrm flipV="1">
            <a:off x="1148080" y="5405896"/>
            <a:ext cx="759881" cy="3152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BB547EB5-264C-E2BB-3A40-9415DE5A6ACA}"/>
              </a:ext>
            </a:extLst>
          </p:cNvPr>
          <p:cNvSpPr txBox="1"/>
          <p:nvPr/>
        </p:nvSpPr>
        <p:spPr>
          <a:xfrm>
            <a:off x="2926607" y="5827304"/>
            <a:ext cx="118819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Cantitate_in_Stoc</a:t>
            </a:r>
            <a:endParaRPr lang="ro-RO" sz="1000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F3087A9-00B0-18B7-D26C-F03EAA0FCB8B}"/>
              </a:ext>
            </a:extLst>
          </p:cNvPr>
          <p:cNvSpPr/>
          <p:nvPr/>
        </p:nvSpPr>
        <p:spPr>
          <a:xfrm>
            <a:off x="2903184" y="5810231"/>
            <a:ext cx="1140496" cy="295929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B472B05-281A-BE60-0C61-1085894B354A}"/>
              </a:ext>
            </a:extLst>
          </p:cNvPr>
          <p:cNvCxnSpPr>
            <a:cxnSpLocks/>
            <a:stCxn id="144" idx="2"/>
            <a:endCxn id="33" idx="3"/>
          </p:cNvCxnSpPr>
          <p:nvPr/>
        </p:nvCxnSpPr>
        <p:spPr>
          <a:xfrm flipH="1" flipV="1">
            <a:off x="2621098" y="5405896"/>
            <a:ext cx="282086" cy="5523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3ADDF22-EB14-B2B8-DC65-B3D1FD5318C8}"/>
              </a:ext>
            </a:extLst>
          </p:cNvPr>
          <p:cNvSpPr txBox="1"/>
          <p:nvPr/>
        </p:nvSpPr>
        <p:spPr>
          <a:xfrm>
            <a:off x="316992" y="6071620"/>
            <a:ext cx="81889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Pret_Unitar</a:t>
            </a:r>
            <a:endParaRPr lang="ro-RO" sz="1000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48BCBE47-BEBD-8F2C-296E-7AC601683631}"/>
              </a:ext>
            </a:extLst>
          </p:cNvPr>
          <p:cNvSpPr/>
          <p:nvPr/>
        </p:nvSpPr>
        <p:spPr>
          <a:xfrm>
            <a:off x="323088" y="6036323"/>
            <a:ext cx="812800" cy="320653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843975C-73C4-9291-1C8A-93EF0A5D6D9E}"/>
              </a:ext>
            </a:extLst>
          </p:cNvPr>
          <p:cNvCxnSpPr>
            <a:cxnSpLocks/>
            <a:stCxn id="150" idx="6"/>
            <a:endCxn id="33" idx="1"/>
          </p:cNvCxnSpPr>
          <p:nvPr/>
        </p:nvCxnSpPr>
        <p:spPr>
          <a:xfrm flipV="1">
            <a:off x="1135888" y="5405896"/>
            <a:ext cx="772073" cy="79075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12B03273-5556-A501-7B56-5EA8BDA42EA4}"/>
              </a:ext>
            </a:extLst>
          </p:cNvPr>
          <p:cNvSpPr txBox="1"/>
          <p:nvPr/>
        </p:nvSpPr>
        <p:spPr>
          <a:xfrm>
            <a:off x="1856670" y="6291076"/>
            <a:ext cx="81889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Id_Furnizor</a:t>
            </a:r>
            <a:endParaRPr lang="ro-RO" sz="1000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4B253B2-6B2D-9E7E-A01D-C33F67E5F4B1}"/>
              </a:ext>
            </a:extLst>
          </p:cNvPr>
          <p:cNvSpPr/>
          <p:nvPr/>
        </p:nvSpPr>
        <p:spPr>
          <a:xfrm>
            <a:off x="1862766" y="6255779"/>
            <a:ext cx="812800" cy="320653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00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7941A73-2765-526A-DAA7-EEBD3BA5494F}"/>
              </a:ext>
            </a:extLst>
          </p:cNvPr>
          <p:cNvCxnSpPr>
            <a:cxnSpLocks/>
            <a:stCxn id="155" idx="0"/>
            <a:endCxn id="32" idx="2"/>
          </p:cNvCxnSpPr>
          <p:nvPr/>
        </p:nvCxnSpPr>
        <p:spPr>
          <a:xfrm flipH="1" flipV="1">
            <a:off x="2266680" y="5610781"/>
            <a:ext cx="2486" cy="64499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80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2C13E67-60E8-2FE1-6ABB-F2FBDD225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6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TRANSPORTATORI [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ID_TRANSPORTATOR, NUME, CONTACT, PRET_PE_KG</a:t>
            </a: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</a:t>
            </a:r>
            <a:endParaRPr lang="en-U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ANGAJATI [ 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ID_ANGAJAT, NUME, FUNCTIE , DATA_DE_CONTACT</a:t>
            </a: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 </a:t>
            </a:r>
            <a:endParaRPr lang="en-US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COMENZI [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ID_COMANDA, DATA_COMENZII ID_CLIENT, ID_FUNZIOR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ID_ANGAJAT, ID_MATERIAL, TOTAL_COMANDA, STATUT_COMANDA TIP_COMANDA, CANTITATE, PRET_TOTAL, ID_TRANSPORTATOR</a:t>
            </a: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 </a:t>
            </a:r>
            <a:endParaRPr lang="en-U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FURNIZORI [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ID_FURNIZOR, NUME, ADRESA, CONTACT</a:t>
            </a: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 </a:t>
            </a:r>
            <a:endParaRPr lang="en-US" sz="18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CLIENTI [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ID_CLIENT, NUME , ADRESA, CONTACT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EVALUARI [</a:t>
            </a:r>
            <a:r>
              <a:rPr lang="ro-R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ID_EVALUARE, ID_CLIENT, SCOR, FEEDBACK, DATA_EVALUARII</a:t>
            </a:r>
            <a:r>
              <a:rPr lang="ro-R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</a:t>
            </a:r>
            <a:endParaRPr lang="ro-RO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Materiale</a:t>
            </a: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[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ID_MATERIAL, NUME, DESCRIERE, CANTITATE_IN_STOC, PRET_UNITAR, ID_FURNIZOR]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ro-RO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ro-R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ro-RO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3026E7-9F2D-2CBC-6216-B10A5E278603}"/>
              </a:ext>
            </a:extLst>
          </p:cNvPr>
          <p:cNvCxnSpPr/>
          <p:nvPr/>
        </p:nvCxnSpPr>
        <p:spPr>
          <a:xfrm>
            <a:off x="3968207" y="5690647"/>
            <a:ext cx="1078749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A46219-35BD-B342-8532-77E36B514163}"/>
              </a:ext>
            </a:extLst>
          </p:cNvPr>
          <p:cNvCxnSpPr/>
          <p:nvPr/>
        </p:nvCxnSpPr>
        <p:spPr>
          <a:xfrm>
            <a:off x="3205273" y="2198017"/>
            <a:ext cx="231239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043723-756F-0D36-A430-0F20BE10333D}"/>
              </a:ext>
            </a:extLst>
          </p:cNvPr>
          <p:cNvCxnSpPr/>
          <p:nvPr/>
        </p:nvCxnSpPr>
        <p:spPr>
          <a:xfrm>
            <a:off x="2235883" y="2755770"/>
            <a:ext cx="231239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6076C0-A2EF-2533-58CF-4FBBB6A029F9}"/>
              </a:ext>
            </a:extLst>
          </p:cNvPr>
          <p:cNvCxnSpPr/>
          <p:nvPr/>
        </p:nvCxnSpPr>
        <p:spPr>
          <a:xfrm>
            <a:off x="2146274" y="3322949"/>
            <a:ext cx="143581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2AE576-BABD-88A5-3016-DC103C52E55C}"/>
              </a:ext>
            </a:extLst>
          </p:cNvPr>
          <p:cNvCxnSpPr/>
          <p:nvPr/>
        </p:nvCxnSpPr>
        <p:spPr>
          <a:xfrm>
            <a:off x="5716878" y="3322949"/>
            <a:ext cx="1078749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7C4ECB-335A-08F5-4C67-48D9BC8331F4}"/>
              </a:ext>
            </a:extLst>
          </p:cNvPr>
          <p:cNvCxnSpPr/>
          <p:nvPr/>
        </p:nvCxnSpPr>
        <p:spPr>
          <a:xfrm>
            <a:off x="6933414" y="3322949"/>
            <a:ext cx="1078749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37353C-E37E-6678-3081-DF2DB806633C}"/>
              </a:ext>
            </a:extLst>
          </p:cNvPr>
          <p:cNvCxnSpPr/>
          <p:nvPr/>
        </p:nvCxnSpPr>
        <p:spPr>
          <a:xfrm>
            <a:off x="8452077" y="3322949"/>
            <a:ext cx="1305286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EEAC04B-243B-8074-B10D-C391C383A5CB}"/>
              </a:ext>
            </a:extLst>
          </p:cNvPr>
          <p:cNvCxnSpPr/>
          <p:nvPr/>
        </p:nvCxnSpPr>
        <p:spPr>
          <a:xfrm>
            <a:off x="949066" y="3635604"/>
            <a:ext cx="1435815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670E08-5EE4-1A32-FACB-9CEF07A777A5}"/>
              </a:ext>
            </a:extLst>
          </p:cNvPr>
          <p:cNvCxnSpPr/>
          <p:nvPr/>
        </p:nvCxnSpPr>
        <p:spPr>
          <a:xfrm>
            <a:off x="2539268" y="3963587"/>
            <a:ext cx="2312396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392956A-4AC7-6DE5-5495-B0CC1797FBA6}"/>
              </a:ext>
            </a:extLst>
          </p:cNvPr>
          <p:cNvCxnSpPr/>
          <p:nvPr/>
        </p:nvCxnSpPr>
        <p:spPr>
          <a:xfrm>
            <a:off x="2244161" y="4537435"/>
            <a:ext cx="1579397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EF0FB7-D553-771F-6C38-B73F372C3722}"/>
              </a:ext>
            </a:extLst>
          </p:cNvPr>
          <p:cNvCxnSpPr/>
          <p:nvPr/>
        </p:nvCxnSpPr>
        <p:spPr>
          <a:xfrm>
            <a:off x="1944550" y="5104614"/>
            <a:ext cx="1186624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371B09B-B590-9E19-5F6F-ED6A7F9B7C85}"/>
              </a:ext>
            </a:extLst>
          </p:cNvPr>
          <p:cNvCxnSpPr/>
          <p:nvPr/>
        </p:nvCxnSpPr>
        <p:spPr>
          <a:xfrm>
            <a:off x="2235883" y="5690647"/>
            <a:ext cx="1579397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3D5740B-649D-B976-F235-B10620E51E8A}"/>
              </a:ext>
            </a:extLst>
          </p:cNvPr>
          <p:cNvSpPr txBox="1"/>
          <p:nvPr/>
        </p:nvSpPr>
        <p:spPr>
          <a:xfrm>
            <a:off x="838200" y="1184988"/>
            <a:ext cx="2023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MLD</a:t>
            </a:r>
            <a:endParaRPr lang="ro-RO" sz="2400"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EFC54D3-5D71-C1D4-8EDC-1C379C31C824}"/>
              </a:ext>
            </a:extLst>
          </p:cNvPr>
          <p:cNvCxnSpPr/>
          <p:nvPr/>
        </p:nvCxnSpPr>
        <p:spPr>
          <a:xfrm>
            <a:off x="2086905" y="6231667"/>
            <a:ext cx="1444106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487226-D34A-C185-93CF-7411FF6C582A}"/>
              </a:ext>
            </a:extLst>
          </p:cNvPr>
          <p:cNvCxnSpPr>
            <a:cxnSpLocks/>
          </p:cNvCxnSpPr>
          <p:nvPr/>
        </p:nvCxnSpPr>
        <p:spPr>
          <a:xfrm>
            <a:off x="949066" y="6582187"/>
            <a:ext cx="159020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64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240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Florin Dudu</dc:creator>
  <cp:lastModifiedBy>Dudu Florin</cp:lastModifiedBy>
  <cp:revision>6</cp:revision>
  <dcterms:created xsi:type="dcterms:W3CDTF">2024-01-23T11:20:18Z</dcterms:created>
  <dcterms:modified xsi:type="dcterms:W3CDTF">2025-01-02T16:26:15Z</dcterms:modified>
</cp:coreProperties>
</file>